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c31e4d56649e8" /><Relationship Type="http://schemas.openxmlformats.org/officeDocument/2006/relationships/extended-properties" Target="/docProps/app.xml" Id="Rca88dfdeb1ac404c" /><Relationship Type="http://schemas.openxmlformats.org/officeDocument/2006/relationships/officeDocument" Target="/ppt/presentation.xml" Id="R232b6361dfab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7234c380a44eb"/>
  </p:sldMasterIdLst>
  <p:notesMasterIdLst>
    <p:notesMasterId xmlns:r="http://schemas.openxmlformats.org/officeDocument/2006/relationships" r:id="Ra2cb5213d8a546a9"/>
  </p:notesMasterIdLst>
  <p:sldIdLst>
    <p:sldId xmlns:r="http://schemas.openxmlformats.org/officeDocument/2006/relationships" id="256" r:id="Raf32ae729d944a3a"/>
    <p:sldId xmlns:r="http://schemas.openxmlformats.org/officeDocument/2006/relationships" id="257" r:id="Ra390e284dad54b28"/>
    <p:sldId xmlns:r="http://schemas.openxmlformats.org/officeDocument/2006/relationships" id="258" r:id="R5088c962260840c5"/>
    <p:sldId xmlns:r="http://schemas.openxmlformats.org/officeDocument/2006/relationships" id="259" r:id="R2934bcc4e7d84403"/>
    <p:sldId xmlns:r="http://schemas.openxmlformats.org/officeDocument/2006/relationships" id="260" r:id="R627f750212c24bd1"/>
    <p:sldId xmlns:r="http://schemas.openxmlformats.org/officeDocument/2006/relationships" id="261" r:id="R00a532994f124dbd"/>
    <p:sldId xmlns:r="http://schemas.openxmlformats.org/officeDocument/2006/relationships" id="262" r:id="R09a57c8fda2343d6"/>
    <p:sldId xmlns:r="http://schemas.openxmlformats.org/officeDocument/2006/relationships" id="263" r:id="Raf3afddca8b24649"/>
    <p:sldId xmlns:r="http://schemas.openxmlformats.org/officeDocument/2006/relationships" id="264" r:id="Rcdcd9370b2fb4bca"/>
    <p:sldId xmlns:r="http://schemas.openxmlformats.org/officeDocument/2006/relationships" id="265" r:id="R71c46bc479cc4cee"/>
    <p:sldId xmlns:r="http://schemas.openxmlformats.org/officeDocument/2006/relationships" id="266" r:id="Rf969805a439c48fd"/>
    <p:sldId xmlns:r="http://schemas.openxmlformats.org/officeDocument/2006/relationships" id="267" r:id="R85dcaa1922a94fc8"/>
    <p:sldId xmlns:r="http://schemas.openxmlformats.org/officeDocument/2006/relationships" id="268" r:id="Rfb15c7aff8724c00"/>
    <p:sldId xmlns:r="http://schemas.openxmlformats.org/officeDocument/2006/relationships" id="269" r:id="R2797e0e535fc465a"/>
    <p:sldId xmlns:r="http://schemas.openxmlformats.org/officeDocument/2006/relationships" id="270" r:id="R3007c8cd9883445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f82acbfd24ce9" /><Relationship Type="http://schemas.openxmlformats.org/officeDocument/2006/relationships/slideMaster" Target="/ppt/slideMasters/slideMaster1.xml" Id="R3ae7234c380a44eb" /><Relationship Type="http://schemas.openxmlformats.org/officeDocument/2006/relationships/notesMaster" Target="/ppt/notesMasters/notesMaster1.xml" Id="Ra2cb5213d8a546a9" /><Relationship Type="http://schemas.openxmlformats.org/officeDocument/2006/relationships/presProps" Target="/ppt/presProps.xml" Id="R9a32745cadd2493c" /><Relationship Type="http://schemas.openxmlformats.org/officeDocument/2006/relationships/viewProps" Target="/ppt/viewProps.xml" Id="R7f324e19834e426a" /><Relationship Type="http://schemas.openxmlformats.org/officeDocument/2006/relationships/tableStyles" Target="/ppt/tableStyles.xml" Id="Rf00860a7c8424e46" /><Relationship Type="http://schemas.openxmlformats.org/officeDocument/2006/relationships/slide" Target="/ppt/slides/slide1.xml" Id="Raf32ae729d944a3a" /><Relationship Type="http://schemas.openxmlformats.org/officeDocument/2006/relationships/slide" Target="/ppt/slides/slide2.xml" Id="Ra390e284dad54b28" /><Relationship Type="http://schemas.openxmlformats.org/officeDocument/2006/relationships/slide" Target="/ppt/slides/slide3.xml" Id="R5088c962260840c5" /><Relationship Type="http://schemas.openxmlformats.org/officeDocument/2006/relationships/slide" Target="/ppt/slides/slide4.xml" Id="R2934bcc4e7d84403" /><Relationship Type="http://schemas.openxmlformats.org/officeDocument/2006/relationships/slide" Target="/ppt/slides/slide5.xml" Id="R627f750212c24bd1" /><Relationship Type="http://schemas.openxmlformats.org/officeDocument/2006/relationships/slide" Target="/ppt/slides/slide6.xml" Id="R00a532994f124dbd" /><Relationship Type="http://schemas.openxmlformats.org/officeDocument/2006/relationships/slide" Target="/ppt/slides/slide7.xml" Id="R09a57c8fda2343d6" /><Relationship Type="http://schemas.openxmlformats.org/officeDocument/2006/relationships/slide" Target="/ppt/slides/slide8.xml" Id="Raf3afddca8b24649" /><Relationship Type="http://schemas.openxmlformats.org/officeDocument/2006/relationships/slide" Target="/ppt/slides/slide9.xml" Id="Rcdcd9370b2fb4bca" /><Relationship Type="http://schemas.openxmlformats.org/officeDocument/2006/relationships/slide" Target="/ppt/slides/slide10.xml" Id="R71c46bc479cc4cee" /><Relationship Type="http://schemas.openxmlformats.org/officeDocument/2006/relationships/slide" Target="/ppt/slides/slide11.xml" Id="Rf969805a439c48fd" /><Relationship Type="http://schemas.openxmlformats.org/officeDocument/2006/relationships/slide" Target="/ppt/slides/slide12.xml" Id="R85dcaa1922a94fc8" /><Relationship Type="http://schemas.openxmlformats.org/officeDocument/2006/relationships/slide" Target="/ppt/slides/slide13.xml" Id="Rfb15c7aff8724c00" /><Relationship Type="http://schemas.openxmlformats.org/officeDocument/2006/relationships/slide" Target="/ppt/slides/slide14.xml" Id="R2797e0e535fc465a" /><Relationship Type="http://schemas.openxmlformats.org/officeDocument/2006/relationships/slide" Target="/ppt/slides/slide15.xml" Id="R3007c8cd9883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dcd2bd6cb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3c83b3cbc42c5" /><Relationship Type="http://schemas.openxmlformats.org/officeDocument/2006/relationships/notesMaster" Target="/ppt/notesMasters/notesMaster1.xml" Id="Rd2d9fdbe600744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e85e15c3e840f7" /><Relationship Type="http://schemas.openxmlformats.org/officeDocument/2006/relationships/notesMaster" Target="/ppt/notesMasters/notesMaster1.xml" Id="R081442e81be0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8c634ccd6644ee" /><Relationship Type="http://schemas.openxmlformats.org/officeDocument/2006/relationships/notesMaster" Target="/ppt/notesMasters/notesMaster1.xml" Id="R758e51fc1133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5292439e2495f" /><Relationship Type="http://schemas.openxmlformats.org/officeDocument/2006/relationships/notesMaster" Target="/ppt/notesMasters/notesMaster1.xml" Id="Ra36f8aa30d00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72e7354474193" /><Relationship Type="http://schemas.openxmlformats.org/officeDocument/2006/relationships/notesMaster" Target="/ppt/notesMasters/notesMaster1.xml" Id="Rb8628b83ab01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65949037634491" /><Relationship Type="http://schemas.openxmlformats.org/officeDocument/2006/relationships/notesMaster" Target="/ppt/notesMasters/notesMaster1.xml" Id="Rde3e9f697ca9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b0497c540d42b9" /><Relationship Type="http://schemas.openxmlformats.org/officeDocument/2006/relationships/notesMaster" Target="/ppt/notesMasters/notesMaster1.xml" Id="R3c936fea4955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d9403c832b432b" /><Relationship Type="http://schemas.openxmlformats.org/officeDocument/2006/relationships/notesMaster" Target="/ppt/notesMasters/notesMaster1.xml" Id="Rae794be8df40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4f29d9f95947ab" /><Relationship Type="http://schemas.openxmlformats.org/officeDocument/2006/relationships/notesMaster" Target="/ppt/notesMasters/notesMaster1.xml" Id="Ra438f4e355384d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8c74be67fb4b54" /><Relationship Type="http://schemas.openxmlformats.org/officeDocument/2006/relationships/notesMaster" Target="/ppt/notesMasters/notesMaster1.xml" Id="Rbb1b954eab3c41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e06329b1314909" /><Relationship Type="http://schemas.openxmlformats.org/officeDocument/2006/relationships/notesMaster" Target="/ppt/notesMasters/notesMaster1.xml" Id="R685429441af84d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c35240f8014620" /><Relationship Type="http://schemas.openxmlformats.org/officeDocument/2006/relationships/notesMaster" Target="/ppt/notesMasters/notesMaster1.xml" Id="R12442732769f41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4490f30ae148dc" /><Relationship Type="http://schemas.openxmlformats.org/officeDocument/2006/relationships/notesMaster" Target="/ppt/notesMasters/notesMaster1.xml" Id="Rc0f87eb4da8145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275f4297b94213" /><Relationship Type="http://schemas.openxmlformats.org/officeDocument/2006/relationships/notesMaster" Target="/ppt/notesMasters/notesMaster1.xml" Id="R264d2850ab794d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80e154b38748b1" /><Relationship Type="http://schemas.openxmlformats.org/officeDocument/2006/relationships/notesMaster" Target="/ppt/notesMasters/notesMaster1.xml" Id="Rb0d0573e24c1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31b6cc043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bf3d7241943b4" /><Relationship Type="http://schemas.openxmlformats.org/officeDocument/2006/relationships/slideLayout" Target="/ppt/slideLayouts/slideLayout1.xml" Id="Ra859f684d8c1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9f684d8c1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7cda8c8354d43" /><Relationship Type="http://schemas.openxmlformats.org/officeDocument/2006/relationships/image" Target="/ppt/media/image.png" Id="R216cd9fc0683431a" /><Relationship Type="http://schemas.openxmlformats.org/officeDocument/2006/relationships/notesSlide" Target="/ppt/notesSlides/notesSlide1.xml" Id="R98b13670d062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ff959eda24e7c" /><Relationship Type="http://schemas.openxmlformats.org/officeDocument/2006/relationships/image" Target="/ppt/media/image2.png" Id="R02f89f6640e947dd" /><Relationship Type="http://schemas.openxmlformats.org/officeDocument/2006/relationships/notesSlide" Target="/ppt/notesSlides/notesSlide2.xml" Id="Rba17cd3d696b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55273b25463a" /><Relationship Type="http://schemas.openxmlformats.org/officeDocument/2006/relationships/image" Target="/ppt/media/image3.png" Id="R3ae586291a4441a2" /><Relationship Type="http://schemas.openxmlformats.org/officeDocument/2006/relationships/notesSlide" Target="/ppt/notesSlides/notesSlide3.xml" Id="R56b724ba602e47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531f27207483a" /><Relationship Type="http://schemas.openxmlformats.org/officeDocument/2006/relationships/image" Target="/ppt/media/image4.png" Id="R05360b9525904e4f" /><Relationship Type="http://schemas.openxmlformats.org/officeDocument/2006/relationships/notesSlide" Target="/ppt/notesSlides/notesSlide4.xml" Id="Rf1f5dbfdb7f74b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b44cc07694463" /><Relationship Type="http://schemas.openxmlformats.org/officeDocument/2006/relationships/image" Target="/ppt/media/image5.png" Id="R468b3c6d348f4e36" /><Relationship Type="http://schemas.openxmlformats.org/officeDocument/2006/relationships/notesSlide" Target="/ppt/notesSlides/notesSlide5.xml" Id="Ree4289a857e541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d34afb7c34bf0" /><Relationship Type="http://schemas.openxmlformats.org/officeDocument/2006/relationships/image" Target="/ppt/media/image6.png" Id="Rfc737d2754e14897" /><Relationship Type="http://schemas.openxmlformats.org/officeDocument/2006/relationships/notesSlide" Target="/ppt/notesSlides/notesSlide6.xml" Id="R914bf4be41f9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bf9b86514f1c" /><Relationship Type="http://schemas.openxmlformats.org/officeDocument/2006/relationships/image" Target="/ppt/media/image7.png" Id="R02f92dbe70e14b67" /><Relationship Type="http://schemas.openxmlformats.org/officeDocument/2006/relationships/notesSlide" Target="/ppt/notesSlides/notesSlide7.xml" Id="Raaf9057606f84f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e41556a9c4ec8" /><Relationship Type="http://schemas.openxmlformats.org/officeDocument/2006/relationships/image" Target="/ppt/media/image8.png" Id="Rd679d716c5dc43a3" /><Relationship Type="http://schemas.openxmlformats.org/officeDocument/2006/relationships/notesSlide" Target="/ppt/notesSlides/notesSlide8.xml" Id="Rcfb69684bc854d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494831aec448b" /><Relationship Type="http://schemas.openxmlformats.org/officeDocument/2006/relationships/image" Target="/ppt/media/image9.png" Id="Rc387806d9bc04b33" /><Relationship Type="http://schemas.openxmlformats.org/officeDocument/2006/relationships/notesSlide" Target="/ppt/notesSlides/notesSlide9.xml" Id="Rb5799f6ee7974a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e45c914c84e9a" /><Relationship Type="http://schemas.openxmlformats.org/officeDocument/2006/relationships/image" Target="/ppt/media/image10.png" Id="R7e21cd19574b4aee" /><Relationship Type="http://schemas.openxmlformats.org/officeDocument/2006/relationships/notesSlide" Target="/ppt/notesSlides/notesSlide10.xml" Id="Rbb3f0f76a3ff44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96c2620674ae5" /><Relationship Type="http://schemas.openxmlformats.org/officeDocument/2006/relationships/image" Target="/ppt/media/image11.png" Id="R261bbd1b42464269" /><Relationship Type="http://schemas.openxmlformats.org/officeDocument/2006/relationships/notesSlide" Target="/ppt/notesSlides/notesSlide11.xml" Id="R8fedf79afb8548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7595d73944dff" /><Relationship Type="http://schemas.openxmlformats.org/officeDocument/2006/relationships/image" Target="/ppt/media/image12.png" Id="R003cc66115ac4027" /><Relationship Type="http://schemas.openxmlformats.org/officeDocument/2006/relationships/notesSlide" Target="/ppt/notesSlides/notesSlide12.xml" Id="Rd0d3830d78db40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4f6c01be34453" /><Relationship Type="http://schemas.openxmlformats.org/officeDocument/2006/relationships/image" Target="/ppt/media/image13.png" Id="Ra350423b768d4cd6" /><Relationship Type="http://schemas.openxmlformats.org/officeDocument/2006/relationships/notesSlide" Target="/ppt/notesSlides/notesSlide13.xml" Id="R98c8227a4a2e4f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f463cdabb447b" /><Relationship Type="http://schemas.openxmlformats.org/officeDocument/2006/relationships/image" Target="/ppt/media/image14.png" Id="Rdb381c8065a34ffc" /><Relationship Type="http://schemas.openxmlformats.org/officeDocument/2006/relationships/notesSlide" Target="/ppt/notesSlides/notesSlide14.xml" Id="R8616c369e35a46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5a126bb714c52" /><Relationship Type="http://schemas.openxmlformats.org/officeDocument/2006/relationships/image" Target="/ppt/media/image15.png" Id="R8ccd60c344ab4a88" /><Relationship Type="http://schemas.openxmlformats.org/officeDocument/2006/relationships/notesSlide" Target="/ppt/notesSlides/notesSlide15.xml" Id="Re47c9ab0002543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E2D4E-B4FF-4965-A9EC-9F44B560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6B6DD-09A7-4347-A3D3-391F889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B65FE-B48E-498F-AD21-7ABAF5B2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7BD7-E6DC-415E-82BE-44250751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78298-7DB7-45AC-B43C-1C5C78D7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7C497-D8B9-47E1-A3D9-57549829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A7E38-D238-4E2C-8BBE-AD06356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C4104-0F29-4034-8D22-2B9BB22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02925-7628-4C89-9142-C84DBC1D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9E3E4-F5AD-44B5-A723-9B61CC5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943F4-DEB3-460F-809A-4A35C442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5D40E-FE27-400B-8DFD-5531C7B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1054F-C41F-4478-9936-4CC7D63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797FF-4FA3-4A3B-A2C3-0B7E1E9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D5191-BE68-4F90-BDC8-DA563D6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4668B-36A8-4A61-8E90-FE38908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4CABC-660E-494D-AC07-0D8EC34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3926A-2923-4E2A-9136-1493E96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E3392-C88A-4F1C-B377-0EFF8151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11F74-81D7-42F3-BB61-2A1BE4F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D1B01-2F31-4F95-A842-4D30ACC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5E2CC-623B-425F-8A35-49068B9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69A8D-FBF9-4E40-B966-09D5968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48E94-E4B1-4B74-9531-2319F3B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09FED-7095-4F5B-8523-B3CDD0E6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3C253-642C-45A5-9F2D-2CBE055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3B1F8-61A2-4006-829E-AEC59A85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94C15-354C-41F4-A8EB-913ED8A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28D26C-96DD-4560-8662-D563692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EB920-8AB4-4DE7-80E3-953CA977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732CF7-79AF-461D-98FA-71B84121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BE680-A96F-4382-AD86-61BE173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F9001-C076-4F67-9A09-B26925C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39898-E824-4F98-8FB3-28130FE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481AE-4257-4CB9-BEBD-FE8BBF08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8F7FED-FD78-4315-AD46-D57C7537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C7806-C130-4768-9DFC-85E781D0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912AE-66C1-487A-961E-127D3218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00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0D101-33C0-45D7-A271-E8C9A6D7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A7C983-149E-4E1A-8830-80A807C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341DB4-63D4-4CB5-A9AA-439D384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8B33C1-803D-4148-951A-D16AF52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570BF3-5C2C-42EC-BAFF-05275B0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37E2B2-7F45-47F2-B2A4-FBEF0A2D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8228BD-B777-4E39-8C90-FF50611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BEBA44-35B5-468F-BE5E-2F190AA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CA07B2-DEFB-4669-841D-704800C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72"/>
          </a:solidFill>
          <a:ln xmlns:a="http://schemas.openxmlformats.org/drawingml/2006/main" w="0">
            <a:solidFill>
              <a:srgbClr val="102C7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48EB62-2173-4BD4-A119-9FD919F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2900"/>
            <a:ext cx="3143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cd9fc0683431a"/>
          <a:stretch xmlns:a="http://schemas.openxmlformats.org/drawingml/2006/main"/>
        </p:blipFill>
        <p:spPr>
          <a:xfrm xmlns:a="http://schemas.openxmlformats.org/drawingml/2006/main">
            <a:off x="526223" y="533400"/>
            <a:ext cx="2786130" cy="7620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69C94E-6948-4EE3-A086-E1CE1DD1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43000"/>
            <a:ext cx="7858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DeepScientist</a:t>
            </a:r>
          </a:p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Citation Audit Agent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2EC707-16A1-43C7-8994-AFED8F9E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717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Evidence-chain verification for generated scientific hypotheses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14A488-40C0-4E4A-8584-3D1C3CE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Project A · official DeepScientist base agent + citation audit extension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365A3D-CF69-4E0A-BBE1-FF11F2B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13944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35088E-D430-477C-B90B-D5B43F91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724275"/>
            <a:ext cx="1242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3F5C2B-9940-4ED5-818E-21CD865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667125"/>
            <a:ext cx="13944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7B8AD3-4367-4D0A-9090-3B3E8E8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835" y="3724275"/>
            <a:ext cx="1242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77A56A-BDD4-4CA0-BD27-8077593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395" y="3667125"/>
            <a:ext cx="13944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B6BC63-5DF6-4556-94E1-43B0FC2E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95" y="3724275"/>
            <a:ext cx="1242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C1F70-ED8D-4510-9F3C-16BBB9E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155" y="3667125"/>
            <a:ext cx="13944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E4A7B9-52F5-423B-A548-9D305BF9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55" y="3724275"/>
            <a:ext cx="1242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0A2873-13DB-465F-8A28-A2EF2E0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915" y="3667125"/>
            <a:ext cx="13944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B736EB-53D7-488E-92D5-993CFA73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15" y="3724275"/>
            <a:ext cx="12420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final report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9AEDF5-BDD2-4FD7-8924-E9B42C1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72000"/>
            <a:ext cx="79057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3983C2-D96D-4C5A-91E1-AB722B8A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57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0A74B4-7FEA-4ABF-8DCC-759DEF7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197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Every citation-backed claim becomes a visible evidence object: existence, metadata, support, risk control, and final Green / Yellow / Red label.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77FDD2-ECF1-4072-B1F7-C46BD1E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478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Yannan Liu · Yaoyuan Guo · Jianan Qi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C0D7B8-D438-4AB0-8A0A-19B5559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7151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南方科技大学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Southern University of Science and Technology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FE8C5B-DB62-42E4-8481-586B669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200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D4FF"/>
                </a:solidFill>
                <a:latin typeface="Aptos"/>
                <a:ea typeface="Aptos"/>
                <a:cs typeface="Aptos"/>
              </a:rPr>
              <a:t>15-slide academic presentation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44D535-58DD-4EC1-9F69-522BEEF1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5576D4-8368-4401-9210-2874FAB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697091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8A490-D391-4637-9BCA-C54F544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1AA8F-CF06-49B1-B61E-8CA7E5B4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36B85-0B78-4A0E-92DA-14E5D87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E56BC-AF32-4110-858F-7D2EBF8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F5C01-3283-40BF-98B7-51340DD4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D130B-E590-4217-BDDF-162CB1D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46ECC-69E6-45D7-B6B3-085DFDE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79061-BDC4-45F2-80B0-D2C8FC9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F0254-AC22-4317-8A81-4EC1ABE5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641D3-98A1-4D0E-99AC-DFE0084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CAC1B-96AC-42C6-86EC-6DA233D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65E48-8534-4539-8DCB-D471D7FA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4719E-DACB-4CB7-9C0A-94907CC5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948EC-97BC-4662-BE1C-709B162E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81AE5-E093-4F0D-A4F4-438D4CAB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071D-55C4-4859-9803-D18BEF4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991C3-AE59-4D2B-850A-53CC03C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5FF96-64C4-4727-8AE0-E22CDC13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2B30F-74CA-4ACE-BD0A-C18C26D6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CFAED-5396-4F10-B700-D2729FC0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56943-8F80-4E67-A67E-EE8EE1A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C4E19-00D7-4575-B270-D7D3D15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0F274-6FD9-4952-96FA-11BE789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12F7B-6797-4E7B-B4AC-D0625EF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720A7-8061-4FAF-8B13-9DD0F9D2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A89AC-8B65-4676-B0FA-80E8D84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EC371-63CE-44C2-9544-FE8481E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5A932B-1B34-4263-BFE8-02C6E31A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D3631-B61F-467B-AA91-06ED053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F9F66-F122-4483-8A79-8A8AD8A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9EF14-7F6F-4C8F-9700-2A394CBA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8A32E-A2CA-4786-A3BE-A313ACD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80455B-7E94-426A-8999-C732523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11E4B-1145-45FF-B9FB-AAFA4FB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89f6640e947dd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31FF68-EF03-41A4-9761-80AF8C5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42837B-023C-49D7-A8DD-DF1CF4FB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Problem Definition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29D078-D88C-4750-BA00-D604F17D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0FC41-F930-40AB-9253-AD3F5D35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1994A8-D4E3-40F7-B451-17080350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F8AA0-F467-4953-AF5C-8B340D59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387AFE-60C0-4BA5-9B6C-B7B83F14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43075"/>
            <a:ext cx="462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Task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9CE081-2C25-4D04-BFAD-0A6C3D2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66925"/>
            <a:ext cx="4629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Based on research ideas generated by official DeepScientist, audit the claims used to support those ideas and produce a complete evidence chain for human review.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0469E3-4672-4D57-9970-895ED853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F4C66D-DAFC-4FEF-94D8-BD3EB4F1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Claim object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7A3DAE-F9FC-4014-B972-CFCD192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90725"/>
            <a:ext cx="3086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claim text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cited work metadata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candidate evidence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+ tool-call provenance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DB47C2-2DC0-4B46-9B85-18AEC4EB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71625"/>
            <a:ext cx="4000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B3445A-C5B1-4DB8-8AF1-68AD6A5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04975"/>
            <a:ext cx="365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Audit 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6658F1-56AA-45B4-995E-08CD404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90725"/>
            <a:ext cx="3657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Green / Yellow / Red label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reason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supporting sentence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evidence_id + tool_call_id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7E86DD-86AE-47AE-AD44-0B363EE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A2506A-A9B9-45C2-8190-3C1156EC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38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B8104F-CA42-46D0-845B-AE3C98B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EF5212-3158-40A0-95F1-452A6886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38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8C8979-5AB6-404E-BB2E-1A023513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把生成 idea 中的每条引用变成可检查证据对象。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21058E-F971-4808-AEDC-03F4785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9659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0AF3C5-273E-4BC2-9D59-507FFDC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813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022E78-753F-48C2-90E8-6B681D8A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953000"/>
            <a:ext cx="19659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0D64B9-CDB4-431A-8E06-2A93788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5010150"/>
            <a:ext cx="1813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C22732-45AA-417C-98D3-01CAC28C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4953000"/>
            <a:ext cx="19659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1C5150-D4BE-4470-B9C6-C8B2FFF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5010150"/>
            <a:ext cx="1813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26FF3D-712F-4E84-94B5-98AA93D0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4953000"/>
            <a:ext cx="19659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65480B-54A8-4B00-AE01-6288272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5010150"/>
            <a:ext cx="1813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58B3B0-7321-4D21-B4F5-39D7E910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290" y="4953000"/>
            <a:ext cx="19659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DF1EB6-576D-490A-A4E0-F8D1D61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5010150"/>
            <a:ext cx="18135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final report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DF4F14-D1DF-4D65-8162-08BC423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2954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E08EB0-B24B-4FC7-B7D5-F3435F21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4C4A96-FCF7-4C39-AEBB-9F56E77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1200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 not ask another LLM to simply judge hallucination. Use public scholarly APIs, deterministic gates, logs, and evidence IDs to make the audit reproducible.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485189-F299-4DCB-81E6-E5DAAD9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6D436F-06AF-46CC-9021-9BD7508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322089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BB467-7B18-4CA7-92D7-24CFD3F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1A214-91AD-4525-BB8D-3E33A6D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82B04-7AF7-4494-AAB2-4B1F191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E0A80-285F-4D84-B1D4-B1198B2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1BE12-4DFF-4D1A-9E8D-DDED458E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0239-82C0-49CB-AA31-A9FF474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04663-5A26-474A-8787-1214C526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541C7-7D35-4763-AB4C-39394A3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DF543-D907-4A98-B6CD-BD65B749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D409D-4D85-4EEC-B227-C379A5E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27E2B-1250-4961-B9D0-2C162325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4731C-5C36-4CC7-A4E9-AB566D0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119A3-7936-4D52-8741-760B039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D0960-EE8C-4C30-A102-BD70D2F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73D74-99BC-4A00-82B3-68860CE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D261B-ED33-4F29-9CB3-A910E552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5F491-6C53-43A0-9291-7E2935E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7A5D4-ECF9-464F-A21F-204B5C0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F2E5E-F053-45C4-BFED-5686B4E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422F-4094-4C45-A528-EBB4AEA0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B7CED-68A3-4625-AC45-3DBBC8FC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E7960-37E7-4944-86FB-1927B77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C4B41-2603-442F-AD6C-937E6EE4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531D9-CDE7-41A6-9C28-4E20DBA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AF72B-E58A-4BE4-AE61-BD81CDE4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2D4B4-6433-45EC-B0B9-B3322174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0F86F-39BC-4C68-8EAE-2240021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E220A-9DB7-4652-9D73-1CE00EE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808B0-93C0-4DC5-B560-0A93E93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AFD86-4B6B-4CF8-8E9B-5DE0D7F2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BFB38-A907-45CF-9AC0-4B710429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2531F-9FCC-4F55-B21D-57109F4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4D302-F244-4055-8B18-C9DD4516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5C916-1D0D-4EA0-9541-806889E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586291a4441a2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5DEFD-1264-4F2F-A4C8-F05D9D7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3F87B-C453-41A1-8FF1-63B408E9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Objective &amp; Motivation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BB5AC-A310-46D0-93D8-D4E9960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6A2A04-CEF9-40B3-A893-1E7D318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798CC4-F5D3-471D-AD99-CE28EEFE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0A254C-0999-4534-B138-97FADDE2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126309-B47A-4DA6-A6AC-E5F2D7C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Surface issue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FDC339-0222-4282-9F4B-6ADFF469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2819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LLMs attach plausible citations to research ideas.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51B859-B861-40C7-BB63-F8FE826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71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6F3589-8F79-4E23-B424-1E098BBD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71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063A9D-D2FA-45E2-B738-784C4CC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43075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Obvious risk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795C0C-E1C1-4E02-B6E7-898B0453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66925"/>
            <a:ext cx="2819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Fake DOI, wrong year, author mismatch, version confusion.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F931CD-CE7E-4A0E-84D8-437051FB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D0335A-BFED-4016-B1D8-209F2F1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A901AF-D569-4DFC-A439-BD9498F8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Hidden risk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A0011A-90B9-489B-AD3C-1BE22809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2819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paper exists, but does not support the claim.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486497-89DB-4759-9C22-994E6F46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71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3B8FC3-B91D-48C0-81A2-E1AE89EC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1571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132FDB-4EA4-4D06-9450-AD89CD3B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1743075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Human cost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44E003-142D-41CF-9E16-620D962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066925"/>
            <a:ext cx="2819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citation checking is slow and hard to reproduce.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182EB4-72F6-4AB1-9C0A-237CD08D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12192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65524F-901D-4960-AF7C-7135E11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ECA20C-0AAB-4D60-B189-3508F779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Transform each citation-backed claim into an inspectable, auditable object.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CF144A-8940-4F7A-9081-3AB4BB8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system should preserve uncertainty instead of over-promoting weak evidence to Green.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914316-A2B2-419A-A831-2F13970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0"/>
            <a:ext cx="36195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C260B0-FFA8-494A-B56B-5B44A622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724650"/>
            <a:ext cx="3467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Not: hallucination checking by chat alone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F26775-4D2F-4554-87F7-154F73E2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67500"/>
            <a:ext cx="33337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619451-39A2-4B91-8257-27E45D4A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724650"/>
            <a:ext cx="3181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Yes: tool-backed evidence control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965497-0C26-45B0-8B4B-7657817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0"/>
            <a:ext cx="31432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E8A725-81B2-45D9-9C67-CAB9A79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72465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Result: reproducible audit trail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FA7A0F-6794-4F72-9E9D-020B848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5F472A-59A2-4003-8377-785F703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9908830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461A31-1898-4875-97D9-3602480A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82916-D4A7-4EB9-9E64-9AF2F43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0F939-CDAE-4355-A6A6-B0D30C6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1498A-4B85-419D-B086-1772D2A8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A0723-1DFB-4C0C-8556-4C50D1E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B166C-31DD-449B-B437-EBD143F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BC16B-C8AC-43A4-8BAD-37B1CF80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10F8-D668-4F92-BFF3-68B13258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544E3-56EA-4CF3-A2B5-2FE732A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613DD-42F3-44AB-ADA9-18D6864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58BE7-ACB1-4B4A-90CA-0EDF19A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A2AE2-214A-4B7B-96FF-2E386C24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C734F-7C37-4CA8-AC81-1DA4E6F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47DE5-C4CA-43B3-81D1-F14C411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50A6D-C831-4896-8771-35151EDE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83D6B-F2BB-4669-895A-E6B4E19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E722F-22F8-4A50-85AB-84332479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B641D-E60D-493D-8C14-8F57994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5A016-2065-4C84-B1B5-836A726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9BF4B-187F-41A8-8925-504D4A03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5B4D2-8B2F-47DC-BAF5-BBEE0477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2671E-78FB-4CA8-A859-882C8BA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55D72-9A6F-432C-9183-3396ED9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57A01-DE17-48C3-9688-7A7DB8A4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A1C49-8EE0-4EB8-9055-B841CCE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EEB8E-307C-41B2-AE01-F79516A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069A4-7660-47B1-9CC1-CD662836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B66BD-208F-4DAE-81F2-DEB9E31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EABE6-57FF-468D-B6B9-45CF290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61EB2-E876-429E-8BDE-1A14474D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6BEFD-98F0-4B8A-824C-B2737C4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D24E8-3F78-4E8C-BCF1-07C08518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8D8FE1-7741-4F8E-B6FF-395CCA4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0837D-F051-4AD5-870D-2267F09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60b9525904e4f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C09845-173F-414C-BC36-D5C5524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AA7191-7F68-4545-AE38-39D5E599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System Pipeline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5E4739-478E-4A5A-B5AE-9C42731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00CCF3-6E42-4FDB-8540-D0FB4A0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A0ABD7-7708-4B16-B645-02DBBD5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61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E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B6C00E-8E64-4906-8F59-2E994A10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24721-26F3-402F-8B6E-655D1DD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teacher-supplied paper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1B608-9AAF-49E5-993E-1553B01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EBD090-B23D-4840-889C-D70DDCB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66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FF40EF-AA51-47AF-AE7F-08457104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000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D28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CA908-50CB-4C75-AF67-FE9A882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52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DeepScientist / Local Skill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6551D1-80F5-4A58-8F03-8856AFD0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hypothesis + citation-backed claims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A2CA3C-94D2-478F-8C03-4F57763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336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40953B-5C20-4434-84EA-CFCCE788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66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ED3140-CEC1-4574-84D9-E5FEA9D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61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749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AB75CA-E046-4858-96C8-D912DA7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E92065-917C-4CFE-9653-CCC3418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JSON claim objects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CB77D5-E7F7-4B03-B23A-E0FB4E0C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03F882-EA97-428F-BE06-E591A1AC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66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AED31F-B073-4156-9471-730F517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161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A580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BDDF15-53DB-4DE0-97EB-CBA375D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Citation Verifier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F72F56-21BE-47C2-94A8-C1137CE9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existence · metadata · support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78BEA2-2BD8-45D7-AA97-53DC1EE0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336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FB8FE0-009A-4662-8AEE-2AA35FA4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66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1A7FF2-8A9B-4EAF-892C-B4DACC3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619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5C8195-BE03-4BE9-80C5-FA35961E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52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R/Y/G Report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210AE1-4850-4814-AE2D-D7FA5F8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28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evidence IDs + final report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F29690-4B37-494F-9E65-97A0E69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14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2454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D5BE7C-AFEE-4C4B-BE13-C155C1FF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24350"/>
            <a:ext cx="2371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8E618A-0034-46F3-A941-AFCCE9C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2371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retrieval + verifier tools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C7579C-BDDD-40CD-875E-888527AA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2714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4E1C6D-28C2-405E-B8DF-5291679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24350"/>
            <a:ext cx="2371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8EEF55-A014-497A-8EDA-51852EA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0100"/>
            <a:ext cx="2371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persistent JSONL ledgers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C9D921-1D23-45E7-B351-9AD0B8E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714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B32E0C-7387-4ED9-AAA8-6C75F9C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371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Multi-reviewer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634839-84AF-43D2-AFE5-09C49DD1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0100"/>
            <a:ext cx="2371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parallel support review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817E8E-0CFF-41B3-A64E-EC92EC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191000"/>
            <a:ext cx="2714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8BF9F3-6CD8-442E-87AD-EE10803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324350"/>
            <a:ext cx="2371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D2BE4D-70DE-4F3E-88D4-D6E0C208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610100"/>
            <a:ext cx="2371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evidence_id + tool_call_id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41FA57-4DD6-410A-A827-7F28BA7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11811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B2BB6C-2BB8-4173-B62E-235A63A7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34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Pipeline invariant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D7963D-39A0-44B1-B774-92AF3D2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38925"/>
            <a:ext cx="1076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final label is produced by deterministic citation gates, while reviewer explanations and memory help triage manual review.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C35CFE-5C5E-417C-9896-B781812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B7BB72-EDDC-4F49-A183-5C4DBC1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4751158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76A3F-3B93-468C-8861-BFFE861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1034F-D32C-4B45-A865-BBAA974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AC2C7-0C7C-42E2-9D90-6352641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1EB8D-658C-4574-8F81-985DE6AA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A60F-9AC9-413A-B616-31610BD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82E9C-26D0-4241-B7D4-E151E906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9247D-F4FF-4BE7-9B62-C86C37BC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51263-0018-41C1-8854-FF801DF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7635-FDD7-4E3D-9BA3-BB08780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56F20-F625-4A6C-9973-9C62687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9DB9-E6DD-4179-9913-5A49C9CE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BEA50-99BC-44DE-9098-A1E4D5B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4E8C8-EC72-41E3-93E6-B44A521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12692-7727-4BB9-A53B-E65CE339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29CA9-691E-47F1-9BA9-E5B3B28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CE7D6-8EDC-41DA-A967-6B7DF68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C1AAD-9F64-4B46-93E6-E31F92FA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37090-FAB5-4DC6-9749-9E49D23B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98344-913B-4C8A-B790-208FAC5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05DA-3266-4A35-9356-30AFEF40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27D53-68E4-4B8C-AB54-58F47E7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703BE-D6DF-4E78-95D0-A8366C9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307CC-AE8B-4C5A-82AF-7EF3CDB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55027-F107-440C-B8B8-7205FC9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0227C-8881-4519-B315-940463F1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636A0-E654-473D-B4C0-C080667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ABCCD-DFF6-49E2-831A-7730CDF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A805D-BCF5-4C4F-B5C5-6F82BCDC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26FF5-27B6-4E1C-963F-066C550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6C919-E3AD-4FA7-BA49-7170FA73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4F85D9-5C33-4646-BEE4-694A2484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B141E-1D2B-478A-A8B5-A36F5D66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4595D1-5EB8-4CE7-BB69-7B7D15F7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DA782-469B-41AB-9348-A5C06356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b3c6d348f4e36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CAEED-1ADD-467F-A714-61C99D3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C63BF-27E7-4658-9560-FA5A6DBE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 Use: Logs Before Claims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D17C64-51E7-44ED-9381-95912F6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08A1E4-CD21-4B0F-8D65-38F76893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45B1C5-813B-42AB-A29E-3050EDA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C174F6-7B92-42ED-B5A2-80C20354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9C"/>
          </a:solidFill>
          <a:ln xmlns:a="http://schemas.openxmlformats.org/drawingml/2006/main" w="0">
            <a:solidFill>
              <a:srgbClr val="123E9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4B3F62-7989-4F83-924F-96B4CC1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PDF / Claim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1F6BAE-9FF5-49B3-AC70-E7319C0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66925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PDF reader and claim generator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3EC0B-096F-4A57-8B17-77EDB7FD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B6AB03-6F17-4646-ACF6-8A7F9BE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E8588D-34E0-4471-B094-D1D78AFA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43075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DA0CC0-0E06-45C4-8163-73759AC4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66925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Crossref · OpenAlex · S2 · arXiv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F61BFA-9D01-4C7A-8898-7401490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71625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BDD78A-B285-4171-B9BE-96D0F757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7162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8CB3D0-251E-43A7-A5EE-07F118FF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43075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E8950D-7A84-4539-AE3A-510A195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66925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existence + metadata + support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78602A-97A2-4E15-A9FD-CA4D4FF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5FB5BB-77C6-4499-905A-81B1A23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CC9F9B-0758-453A-A9BA-62C5FBB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2EDDCA-BA02-413B-BC46-B059CCB3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evidence chain tracer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79D44F-7CC2-4002-BD3C-AE7535E8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FC6375-ECC1-4470-88B0-827B875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78C8A3-984C-4BCE-91F5-97FAA94E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Logging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1C4EFE-4B9F-41AD-898D-A59E5352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29050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tool-call logger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8A67AC-E2CD-4157-B836-C23AB52E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4000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8D40F0-90C3-414E-9BF5-5ACB8D71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360F39-D188-470A-A75C-0EBBE2F8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05200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8DCA6A-E2FD-4D08-8210-98D6CB0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29050"/>
            <a:ext cx="3676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QQ command bridge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DA599F-7634-4FF5-9F64-0C7FD48F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5334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A98F80-BC46-488D-9231-7300C5A6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Core artifacts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A36D9E-7FBF-4673-9586-425D7FE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67450"/>
            <a:ext cx="8610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41AC53-97CB-4DA2-9AE9-9A294D4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324600"/>
            <a:ext cx="7086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84F5C1-A80C-4C1F-8B8B-4A4319F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6267450"/>
            <a:ext cx="8610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6F528A-40A8-49D9-A4BD-5B19B27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6324600"/>
            <a:ext cx="7086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8381AD-CB4C-416A-AD5C-CF1EAC04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6267450"/>
            <a:ext cx="8610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2ECB84-C912-4E35-9F8E-CDB88BF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6324600"/>
            <a:ext cx="7086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E38739-D027-4915-B304-90AA07EC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6267450"/>
            <a:ext cx="8610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5DC7B8-EADB-405E-ABAD-84BE6E5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780" y="6324600"/>
            <a:ext cx="7086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5ED88B-9753-40E5-B460-D1030F59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6267450"/>
            <a:ext cx="8610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4801B0-C84C-43B2-A1D3-76C0CE8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6324600"/>
            <a:ext cx="7086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final report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E869E9-F6E5-4E5B-BE7D-1866455C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523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E16ECD-1A48-4172-BF64-D90FCA4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57850"/>
            <a:ext cx="489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Scoring key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BF7B12-958D-4539-A930-1A43910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943600"/>
            <a:ext cx="4895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Show tool-call logs, retrieval records, verification tables, and final report. Do not present only a chat answer.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A08CAF-2F16-4DF5-9427-0B826830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CDE9D2-AC3C-453F-AA70-D4BF5BD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448085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CF265-8797-4DE9-ACBC-43FB846D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862B5-A18A-4286-8D48-460608E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19A08-51A5-46DF-8693-FF991AD3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1A02-BB65-4AAE-B2A8-7328BC8D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8C90E-2306-4E7D-A68B-3107D51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89AB8-1728-4EF2-A74D-9108A85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82ACE-57B8-43DC-8CA6-9E6CB05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A7E5F-9D48-494E-841E-C92850B5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019CD-7DA0-41A6-BE77-DAA1E165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76A09-9F57-4B75-B9C2-BEC348E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0295D-670F-48A3-8D03-E89FC35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1B3D2-A385-4936-B1B2-43975825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11871-65D3-459B-97C5-EEA878A0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413CA-8533-4C0B-B61D-D34E828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D7D1-E354-49D6-8B32-36C0D4DE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2CECF-A52E-40A4-BBEA-417CBEC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865F5-18DD-4E0B-A67C-FA220144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59BEA-16E8-4B3B-A3B6-86A7C33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11765-B5B5-4203-978E-44119544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8583B-CE0D-48E0-BA6C-BA96AFC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46CC4-7DB0-42CA-A6E9-191F7BC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C9B90-E3F2-4228-8D22-22EA8FD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D354F-802B-438F-96E4-113172C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DA61D-12D1-492F-9273-F771B02E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53337-09AD-4AA1-94E3-4B84950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F678B-A2C3-46C5-A62D-2610C66C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5611D-429E-433C-ABC0-691D5E7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58316-AE80-4DD9-AA0F-35F149B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363D8-8A97-4D58-B187-0EDF6B7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B06D6-D92D-46DF-8596-4A77A24A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2EC7E-35C5-4EAD-ACE4-77F18DD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37EC2-361B-4DDF-90F3-9AFADA12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5BBB1C-6F01-4C77-89C6-632D2DB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AA67C-0C2B-4A05-96AE-44B022B0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37d2754e14897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BA7C9-A142-4A75-8D27-CF45CA5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055920-964C-4B55-9EE2-D1380444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 Memory: Inspectable JSONL Ledgers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ED8FE-18E6-4AF7-83EC-8C89C62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90D594-5226-4ED0-A1BC-C876C17D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869B91-322F-4173-B0E3-727061B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2454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D3256-2AD2-4DC1-ADC8-E78A7B89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04975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Short-term memory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B054A-42BC-44D6-ADA0-5D9665A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90725"/>
            <a:ext cx="30861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Current paper context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Active claims &amp; citations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Recent audit logs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Reviewer feedback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16C886-4874-4140-B255-38BD93CD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4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868CDB-8605-4871-9B3C-F6FC9362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8FA8DB-CEC4-49B1-95BD-A5B5220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research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275E7D-15F6-4793-9711-A703AA59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3714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C8C437-811B-4929-8339-F1F9D283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Long-term memory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B9837C-1644-429E-83DA-A2B0E954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90725"/>
            <a:ext cx="33718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citation risk history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provider reliability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reviewer decisions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failure patterns</a:t>
            </a:r>
          </a:p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previous audit artifacts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D88F27-1B35-423C-B8D2-ECAF784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11811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1BF26B-6EC4-4488-8CA8-C80CF8E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1085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454D6"/>
                </a:solidFill>
                <a:latin typeface="Aptos"/>
                <a:ea typeface="Aptos"/>
                <a:cs typeface="Aptos"/>
              </a:rPr>
              <a:t>Memory is updated after every run and guides provider choice, reviewer attention, and risk control.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7239E2-6168-49AB-BC8A-FB3C518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9A6C7A-1F2C-4F73-B28A-223134F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526056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E5A0C9-CE5A-46B9-A0CF-012E6232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23306-9196-46D5-9752-97FE290A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78660-EC84-45C0-9718-D2B50D20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78C8E-A35C-4B7F-8A76-CAB46C3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8230C-041C-4EF0-9B56-0736169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75715-1166-459C-956E-2CFDF0B5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05A1F-9F79-4432-AA05-090FB235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5B56F-4D3A-4322-B68E-4CA479B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980AE-CE78-4765-BAF7-8D5E5B3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627B-8562-4336-A673-853D861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609FE-0941-4DCF-AC59-2F00628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F9175-0A1B-481E-A9E1-E23D46C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E5A00-DF84-4B77-B3ED-4E043108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22CB2-DD52-482E-8FA1-C6F4E02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B5885-96DD-470D-9390-BEC7B633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59C4C-CE00-4747-B200-2287B343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3BAD2-D3AB-4331-9A6A-6A6A208D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5E56C-0548-49F2-A005-E3989AC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CF67B-4985-47FA-8448-DAB13DC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0DCAA-055E-4727-8F0C-1FAE30B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AE071-F1EF-4B9C-BEA2-24E2EE5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70784-E536-42C6-B73A-533D403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ECCBD-81F2-4A1F-9870-45CF518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1A645-6B70-4B03-95AB-9051DF6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84196-FD30-40EC-9C44-8EE1916F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7A506-F615-4DC2-9C28-BC1984C7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C8700-6B00-4769-823B-2D45C45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EDF38-30E2-4F63-B874-3FABF33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36B101-0B2E-4A72-A04A-C7EF676D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86872-5A60-47C3-825C-85F14CF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3F8B5-AE6C-4E31-A7B7-F237B45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91D1B7-B559-4FBB-95F7-0AEA3FEE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546E64-702C-4915-BE4D-F7C77DF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55962-84DC-4FBB-A1C1-E2AE3B0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92dbe70e14b67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EB9A7D-D9E1-4819-8A4C-73DB9C5B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FA0A39-53A9-4189-9887-AAA2E34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Multi-Reviewer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6EFB4-DE7D-4838-B265-5AE4B7A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05B875-D765-4936-9F37-4B1E28B7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B7A61C-E4B2-4D34-9C95-4B8E7AC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reviewers perform the same citation-support task from different model backbones.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9C4BC3-39DC-4EC3-BD34-36612BAC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ADEA52-63E5-4CDB-BE7B-B7DEFB3F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8D0021-D915-4B3C-984D-1844C0A5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2407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MiniMax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67CFE-4B1D-4BEE-BE81-F4101D0F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47925"/>
            <a:ext cx="2057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reviewer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1B3806-7D29-4365-AFA3-3D13A70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05250"/>
            <a:ext cx="381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738D6D-32C5-46A0-BA5F-BCE11619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48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648B9C-B056-488C-8AD2-EB8DF464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F3F7DD-89F4-488F-ACBF-BAF1CA0F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A43A7A-C361-4068-96E3-9479E9F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DeepSeek-V4</a:t>
            </a:r>
          </a:p>
          <a:p xmlns:a="http://schemas.openxmlformats.org/drawingml/2006/main">
            <a:pPr algn="l">
              <a:defRPr sz="15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Flash / Pro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D088BD-5BB5-47C5-B16C-27D24D0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47925"/>
            <a:ext cx="2057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reviewer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1C5749-76DD-4B03-991B-E796106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381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BEE5AB-3309-47A4-BF24-8877EB02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48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CB1672-DF10-4256-AC80-6965013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76D2CC-873E-4A7B-BCDD-CE4D8AC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C867E0-5FA2-4848-961E-A777D59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GPT 5.5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E127A8-2FAD-4F5D-B9F2-951055E9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47925"/>
            <a:ext cx="2057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reviewer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DED591-4B9A-49F4-9A60-4C6B04C5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"/>
            <a:ext cx="381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A4F283-83A7-4465-8BDA-D2DF6D6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48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94477C-0663-44B7-9C12-351412A6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526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045FB3-AA98-44E4-AB3A-5C6B8E7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52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EB9CF6-A9F6-4CCA-A2D2-1A86C7D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12407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GLM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BF7BAE-0FD1-4BCE-803A-ADD686C4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47925"/>
            <a:ext cx="2057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parallel reviewer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6B2440-24E3-4EA6-A24B-FC54AF1B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905250"/>
            <a:ext cx="381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E4EFED-A55C-4EC6-BBB6-76D3149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4481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69EA72-2978-4696-81B4-9537AF3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5725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54D6"/>
            </a:solidFill>
            <a:prstDash val="dash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76687C-7F97-479B-AB4C-149AE87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Shared parallel tasks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63F9E3-21FB-4A5B-BE13-9083044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2000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9CC060-555A-47C4-87A1-52BD44F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citation existence check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E952B0-2E9D-4D16-8C81-5EAD3D6E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000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821EF6-749C-40D2-831F-7E3BB2C5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8165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metadata consistency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5F8E8B-AB0F-4CFA-82E9-97AB3950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2190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496C34-7940-48AC-877F-49D28CC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816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claim-support judgment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D3057D-0546-4B81-9EBE-75B189F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53125"/>
            <a:ext cx="1428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7E67CC-C50D-4D14-ACAA-7B77428E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010275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risk flags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497037-27D9-4E15-A853-DD89F00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53125"/>
            <a:ext cx="1809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F2D32D-9BFF-4377-88DB-5FB21759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0102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score + rationale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BE7433-E52E-4DB8-8212-7ACAFA09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5307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F63B56-1318-4400-B8FC-500E1BE0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4864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914376-439D-4B1B-A618-AAC96BD0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10125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F58B5FD-608E-4FFE-B191-C65AED8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9434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Area Chair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0E00C5-282A-40F8-8C1E-0368903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229225"/>
            <a:ext cx="2324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Aggregates reviewers into final score and concise manual-review rationale.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E09D5D-4055-43B7-8E3A-94BAD5D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1310183-54E9-44BE-B1B1-16A02DA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7977967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FFFA1-B8B7-4F7D-95BA-AE8A1DF6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66636-1DC0-4836-826A-85BCCEA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08FFC-A056-4708-A1B3-F21C0E4B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E9458-FD32-4C71-B54F-6395C1C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E8593-07A9-472F-840C-F160611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7A153-F09F-4D7A-A6BD-D50B1F5A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EED76-2428-4DE3-8343-A628DDD2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2FEE0-0733-4FB7-ADFD-D5337AA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070C3-3B63-440B-B5EB-D9F6DCF0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09D66-E7B0-4F52-9A3C-A07353B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089CC-F475-4518-A693-15AF3BC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6BC75-0A6F-4493-B1E0-AE30BC4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5DBD3-F59D-4E13-8EF6-026606DB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4CB46-0E88-4A9E-8303-9521E1B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0DF7E-5F79-4277-817F-98B0F6D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6764D-8E8F-4E45-BCB6-26F13D9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01E91-DF57-4925-9529-0D52904D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DEB6D-F81B-4FA7-B79F-EA2A39E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5A512-AEF5-407E-93CF-A25C26F0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DD8C0-57FD-4008-BD86-3410E935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A4F86-737F-44C5-8BE8-2CE65CD5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5932F-3E2F-4E50-8D29-B48A303B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0D130-35F6-43A1-920C-C49E3385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5F95C-E913-4444-B0E4-96DBBBD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A1209-826D-4597-9645-73B9F501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B2179-E441-4CDB-A177-2D3306B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2CAE6-CF11-4AA3-A351-EA14E4CB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E090E-0E6C-47FC-9AD0-3FE2A415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CDEE9-13A2-47C8-9042-7D43CAD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E24A5-0A44-46C9-9911-0B55642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1AB4D7-C42F-4BF7-B4EF-5136F009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F8B35E-ED69-4946-AA2B-D4DAC9C8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56588-77BA-4BAB-87CB-E7637D1B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5D301-2B73-461D-B7DD-A62F81BD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CRITERIA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9d716c5dc43a3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C2F8E-5749-4811-BA03-5768924C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AF4187-E571-428D-AC48-2AD9CD54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Manually Defined Decision Boundaries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2C2FB1-635D-49ED-BCC5-FB094CC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D06415-4C28-430B-93E2-A462005D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834E03-BD67-4A5F-97F6-F32478E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E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10C148-ED29-4E67-BC94-4463DD6E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1. Claim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96174D-7279-43D3-93A2-DE20A63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text claim from idea card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E24E85-69AF-4436-ACFA-0743C96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623F7E-5B27-49E0-B8D5-0A270E8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52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F081D6-447F-4D69-95A7-1D15D2C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54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D970E8-D29A-4410-8D3C-F2A5EC6B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2. DOI / Title Lookup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64C790-D39E-460B-8D34-B39F1DDD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search via scholarly API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1C6093-5E2F-4CAB-A365-EC15EAC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193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F7602A-D9BA-4F4B-868B-F295E2B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6AAFFD-AB82-46BB-84C4-995670C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749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D04E06-1F78-403E-817D-FE71A425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3. Metadata Match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304649-696C-4067-877C-30AFD6D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title / author / DOI / year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7B861E-D2D3-4319-9B04-AF44F20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93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B247C1-9BE0-464B-B8FD-F9C90A4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52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DC2BB1-8FD0-4554-95D9-FAE26B5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803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885970-333C-45B0-94D3-AAAA6264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4. Support Check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0FC012-9BD2-4159-8810-56B2450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abstract / snippet supports claim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89F7A0-D4CB-4400-888E-9384F0E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193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117FA5-A0EA-4574-8DDD-66A87CC0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52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479769-1C17-4BE9-9911-0902C93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63A171-B8EE-47A7-ABC1-2DA07CB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5. Agreement &amp; Risk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C4B7A6-242A-480E-8139-63894E6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provider agreement + risk controls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5975DB-DB2F-49F1-80CF-7B702B9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2193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2572D8-3F39-4E11-8DFD-C04900CA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152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191E06-071A-4B02-862B-D51F702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1666875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0125C0-74ED-4A32-B0E6-78727D9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819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6. Verdict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B2DB17-5927-407D-A38C-EE376AF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2095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Green / Yellow / Red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4BAF75-8EF2-4271-A03E-666B8FB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905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4C828F-23C0-4C4B-A750-72CD308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245DB5-B5B8-40C3-BDC7-9D2828F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358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1F55A3-07F3-49BF-853A-D48DF91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3581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exists, metadata matches, and evidence supports the claim.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C17EC5-077D-45C5-914C-9C115EF7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3905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3D73C6-FE39-478A-9608-FB15E6B0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91C752-6BE1-441B-A03A-8C2A45F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86200"/>
            <a:ext cx="358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421C45-2507-4AA6-B8FA-D428E725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10050"/>
            <a:ext cx="3581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exists but support is partial, uncertain, or capped by risk control.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065763-03E4-4C02-8317-36080F2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3905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451359-817D-4089-B992-B3E96792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BC69A2-C0FC-4560-B0F8-34B8271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3581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34072B-1287-480D-BACA-35E756C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3581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not found, metadata mismatched, or unsupported.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1B5698-F524-479B-9048-D0E426F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00750"/>
            <a:ext cx="12287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86646F-3790-4DF1-ABC3-E7C1EBA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86500"/>
            <a:ext cx="1171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Final label is the minimum safe verdict after risk control. Weak evidence cannot become Green.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1184A06-6446-4BB4-981F-F8278FA0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EDD065-46FF-4589-A38A-378FAB9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8832890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721E8-C852-4CF6-871C-B949188E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5BACF-D26E-4631-8144-8CAFD98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2D2CB-EB50-4632-955D-F2A27F3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023BD-C517-45F7-9146-E197F26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00353-82A3-481C-838A-CCAE942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57FF5-4833-4882-88B5-9A40353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44142-3DC0-4755-8FA3-1CA7D0E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B9F07-A442-472E-B585-8D365E3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3A0A1-6B95-424F-A7E6-8B74B102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9BAC7-CBD7-405E-B128-7DF10DF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77567-6AE8-48F1-8BA0-6929473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5CA83-FBDC-4983-984F-7252F4A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B267E-2C34-44CD-88E5-A4E20F54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8482F-3C12-467D-9ADC-2DEE76D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28D68-5BC3-472A-909F-13E4CD5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08E4-D699-4E61-94E9-4CB5E0F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ADF73-EF0F-483A-AA51-E740583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447AE-2C99-40A2-8165-66611377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ED92A-85FC-492D-A1C2-BDB7A7AA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5D4B0-7D26-401A-98A0-9DC8F305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88FD3-6FDB-4734-920D-60613DE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90145-8B63-48FA-8477-A5F624B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812B8-1689-4EC2-B2BE-FEB4921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49950-9E0F-4912-B08F-42D5FE8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34326-1442-42B7-8F52-241E1581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A1690-A7B9-4D78-92BD-8AFAC5EC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6CCAB-BE24-471D-9A7E-8B34C233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FDC09-72A6-4BA2-B4C8-F0FD94FB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B4554-35BD-4375-9D22-CDC47DDC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B1A47-E79C-4527-8B94-78D86F75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9E1E8-5B9F-464F-AC88-C7D09CB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7DEA0-0AFC-4152-9FDE-5A2F356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99E84-D5D8-4E87-A6A8-2EDE9D5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8968B-FC81-4735-A899-03889E5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REVIEW EVIDENCE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7806d9bc04b33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2AE0B1-D861-4A30-B64A-970AF91F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3D35F8-0AE9-413E-B652-9A099ED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Examples of the Multi-Reviewer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E5473-8617-47A5-B0B6-816F6C5F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D5A071-D7DB-4F50-B921-62126C9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5C2E3-2AD8-4D90-A064-DA60E2F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95300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720113-6346-4FDE-8124-06056A0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Input to reviewers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5772B-E655-4D60-9FD5-B3E19176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164095-B04F-4C90-9263-132CDE6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claim text from citation_verification.csv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786C39-5393-4B3B-BC0B-4933BD0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706672-BB9A-4104-B424-DB38F8A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candidate title / DOI / abstract or snippet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35CF2D-D15E-46ED-8AA9-8B41A21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1E5866-A6B1-45A6-9A11-07EFE08B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vocabulary overlap and support evidence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46DAF2-D06B-46C8-AE5F-9113A244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4BE239-B35A-4D2D-9C86-E435DA6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3810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reviewer returns score 1–6 + rationale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7AA02D-7CA5-4E54-9F38-6B29AEFE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723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6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9DEB6A-A947-4B14-A869-E55A76A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5F7D3C-180B-4261-8C41-E39EE77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75ABA0-6309-4CAA-9CB7-11318AA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94F45B-D343-4566-9CE5-AAFA35D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CEE2D9-BE1A-41C2-999C-12C8BC69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926F36-3DA0-49BD-AF41-E1119ADE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639981-40C3-4462-8E22-21590E7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98E664-6309-48D9-B5D3-3ACE1B7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8D4811-E013-431F-8E55-6F547A9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6B3752-727D-4F5C-98FC-4DBD194C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C3C617-137C-42AD-9C1D-BB0C4B23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AB9711-2EBB-40D5-9F36-43700051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1762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Rationale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CE083C-0123-4CBF-A10B-22B589A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5B551-93BB-45B4-AD58-29A01601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86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GLM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76A3F6-5492-4ED3-83BD-768ABA5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86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DA63A9-AEC9-414E-B261-240B111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2286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partial support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5BCBAD-D9C2-4DC6-8E8C-F591795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49CEAC-57A1-44FC-BDA6-4E58F3F0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MiniMax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335ADC-D334-48C3-800C-4F59E062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0F2693-78FB-4AA4-8AB6-768BE8C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uncertain link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C5F1D7-8B59-49EE-8C57-BACD3A52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D6D0C0-7796-4561-833A-DDE0DB12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43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DeepSeek Pro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0F48D6-8A9A-4DE8-A3B5-E60F35D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43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6C02D0-B83F-4E02-83E6-7B14368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3543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stronger match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C45AE7-A0FB-4878-8C71-9ED32CB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26CAD6-7712-4C0B-B3FA-997737A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Reasoner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AAA4D3-A8D6-4955-8241-0FD927C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9791E1-D59E-4566-AFF3-0BB18B3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manual review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581C88-7BDF-44ED-BA73-C2452907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919070-F032-485C-B55D-B563040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aggregate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E6CD85-6AF8-410A-9D28-A294117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3–4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81CDF7-40CA-41CE-903F-F6D1597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4800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preserve uncertainty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816270-F2A7-4571-8B7D-7E572C04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77000"/>
            <a:ext cx="933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EA0422-953D-42C7-85D4-5AD9919F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610350"/>
            <a:ext cx="899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E5D04A-B38A-4719-9078-83E3EC1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896100"/>
            <a:ext cx="899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reviewer panel is not the final Green gate. It creates a conference-review style explanation layer for support uncertainty.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F64CD9-69C2-4D35-BDB4-C755044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0C8C0B-25A6-4DE8-829D-6C9B05D5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4282247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E1404-C54D-4242-8AF3-1439DBF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A35E-EF0E-43AF-93B4-C887D2B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96ADE-2DE7-4C03-B8F6-A5AB691D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116D0-165D-4EBF-AD8E-AA17C43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1DEB-EAEA-4D99-95D9-B304FB15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580ED-5A5B-442D-B77C-1889166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45F21-CC1B-4E24-9796-0623B518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59BE6-258A-41C8-9834-5A7F193E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D52F6-BC8C-47F5-8B63-B8BFE3F4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CF153-842A-4F1B-B528-7E7EB049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DD249-6B17-410C-81B1-31F7BD9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5B5E7-70DA-4AE7-A21B-4AC6C2F5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C2BA1-3A37-44E0-B382-26DD9DA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270F6-2CBD-40E3-8ABA-DEFE5FA4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0FD15-11C9-4587-AD2C-89E47CC5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459F7-7730-4CEA-AA76-3D03A9CA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99C4F-82E8-4A05-8B2A-3DB9246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134DB-0761-4B60-BBCD-AF808487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F7346-C2E3-49BC-86D6-ABDA172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A2645-DC18-4B96-8F38-7B9A9D5C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785FA-8E9D-4E48-A96F-A38476B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5B621-D7BD-4A98-BA94-71A08AFF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3F006-A058-4447-957F-8BE452DF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43CE0-EE8E-488C-B58E-DB87246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9F6AE-32DA-42D0-B72B-74A5B86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E7CF0-2695-472F-B1A5-9708049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B4DD6-E1DF-4430-A882-2F1A0577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D4F11-C5A6-4CF7-9A3C-6601295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8111B-FBE5-4BFF-9C8D-600404A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3F13E-F6EF-481A-BB27-24479241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B98DB-052E-4668-BC34-35EB6E0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5D500-B416-4E50-97B2-32B0951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AE2B1-E91C-46C8-9B79-4126E05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E8594-2DE6-4218-B547-405C7FDC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1cd19574b4aee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C904D-6B46-43F1-A1D3-8121292C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4F9D79-50EA-4B4B-9813-7C81AC3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Limitations &amp; Future Directions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D39069-8CF1-4353-A098-20C63640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7ABA9-A6B7-4ECB-89E0-B92DA91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56C8CF-7F15-412F-A7D5-267506C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5810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49D639-9CBB-438A-9681-76CC8AB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9C"/>
          </a:solidFill>
          <a:ln xmlns:a="http://schemas.openxmlformats.org/drawingml/2006/main" w="0">
            <a:solidFill>
              <a:srgbClr val="123E9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1F53C2-2BB7-4C8B-A37A-6FB403B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548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Decision boundaries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C5019-3CE2-4175-AA87-1E376DA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66925"/>
            <a:ext cx="54864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Are the manually selected boundaries well-defined across disciplines?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746DA8-9559-43A9-AB24-AE4EF75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5810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849ED6-8321-4EB4-AD76-911674A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021B0F-CC2A-4D27-80B7-9BBE3010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548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Cost / effectiveness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77E14F-F383-4B7F-97A4-D377941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66925"/>
            <a:ext cx="54864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How can we balance reviewer quality and model cost in terms of latency?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85B8F4-B91A-4AFB-86DC-6DEDF4E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5810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961ACD-C53C-4E04-B6F9-7666301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B2337-5510-4C0A-B421-1A7EDDBE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548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Closed loop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3771C6-E6C0-4518-9821-21B0958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54864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 the claim producer and audit agent form a corrective feedback loop?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F82CAC-A471-4054-B957-4837E36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5810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C529A6-1BD6-41BF-9F58-02B1ABC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6D870A-C06D-4DBF-9681-1AF9B39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33825"/>
            <a:ext cx="548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Cold start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AF10FB-A382-4588-86FE-231F571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57675"/>
            <a:ext cx="54864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 manual interaction improve first-run calibration?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D55FB4-0233-410B-AB0B-783C8AD5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572250"/>
            <a:ext cx="31432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94C43D-5622-4989-AB58-49BE2377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6294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Near-term: audit robustness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8008E3-F042-46FE-ABE8-51B8813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371475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62E003-5CDC-463A-A706-86220C2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629400"/>
            <a:ext cx="3562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Mid-term: cost-aware reviewer routing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6264F5-E092-44A4-B458-31FA62D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36195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3480FD-166B-4F12-9BBB-79E16612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29400"/>
            <a:ext cx="3467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Long-term: closed-loop DeepScientist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2F4CAB-A5B3-4FF6-A9AE-224296A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2017C8-B91B-445D-9005-728564B2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9585910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EA110-FDAE-4FC8-A476-013C8426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BB3BA-E7A4-4764-B1DF-2AAAF44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64974-8837-44AB-A6C2-96E90FA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906AD-6C13-4E56-AFF8-BE66043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D0FBE-E3AA-4DFE-81E4-A0F0BD15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A2405-5096-45FE-9DB2-C90B727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1F095-FF71-4E08-9132-B20E1EC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750AE-CE00-4033-ADD1-D3DE5DB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D0E90-081D-4A84-9EE7-0C7D421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0A242-8E16-4D03-9548-AB3AF12F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C610-35E8-4727-9CAF-2904CFA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A4B39-2139-4BD4-8329-FF3C8FE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BBF1D-8A0E-4543-93FF-5CA5883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84E51-75EC-427B-A8AD-8B81F30B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C5C45-E531-4F28-982E-FCC4092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C9531-E3EC-4289-B64C-8B7EE4A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926EE-5A10-46AF-A342-2B97B6F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EE55C-D46A-47DA-9639-6156700A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D629F-539A-4D9E-9475-4CD47529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792AD-DEDF-4B71-9176-4FA2BE1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423F5-1EE5-46CF-BEAD-ACE1235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D1F80-2332-4E68-964F-E154E6EB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36535-B829-4F74-96B3-D7FD0CD4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0FEE5-45B2-47E8-ACC0-3B092E0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8BC29-4F07-45C8-96A7-C6C4A9E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C3767-224E-4977-8D15-64DAE2B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B2A48-44E4-41E7-A84B-70C4FFF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36393-EF7D-4E80-A7FF-674A7DE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CD63B-AE6D-42A4-B0B9-0CCBF0F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C7AC2-834C-4F12-BC42-D33DC7B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89CC9-F4FF-444C-86BD-A3F7CA21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A26D87-6921-4895-9B7B-1DAD6B1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0C32E-05D0-452A-B55C-66D37A84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32080-983A-4B4A-917D-025E5D58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CASE STUDIES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bbd1b42464269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7C437F-A041-44FC-817F-C0C0E8C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821F35-A04D-4AEB-A6C6-243686C2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Case Studies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731883-8DC1-4B17-A1AA-DEF4845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09223-7852-4255-AF55-280FCC2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89281-5B00-4662-AEF4-EDE0642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1123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Two cases show why deterministic citation audit is useful beyond a single demo.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132C17-BDEA-462B-813D-3F8AEE3D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5334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E30E5C-7321-473A-9F76-4730C3B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904ECA-031E-4F7A-B0C4-DF8A5AA9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28950"/>
            <a:ext cx="501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Success case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E29B8B-647B-48CA-834A-D1D6753D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52800"/>
            <a:ext cx="5010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CLIP / visual-language transfer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Mostly Green, one preserved Yellow.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Shows that strong support can pass the audit.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E21BD3-3BEE-4361-9336-56170737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5334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F99E3A-22E7-46DC-AA19-66CB3D8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78CE30-944D-4BB7-8317-B6D615B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5010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Boundary case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84E97-06F2-4BEE-933A-769BC54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5010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GW150914 gravitational waves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exists, but reliability is risky.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Shows why metadata/support gates matter.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3CB743-B5F7-497E-874A-5FFD12D8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91250"/>
            <a:ext cx="18897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E0C8C-DCD5-49C3-92B6-C3FF7C0B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248400"/>
            <a:ext cx="17373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5E2780-E9AA-4482-A282-B8F0930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060" y="6191250"/>
            <a:ext cx="18897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338D87-AD40-4762-9BEC-242F118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260" y="6248400"/>
            <a:ext cx="17373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9B5601-28D0-4207-821C-B430A983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6191250"/>
            <a:ext cx="18897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A21C9B-9018-4B8F-8573-2CA29A84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20" y="6248400"/>
            <a:ext cx="17373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C27D68-D27F-4924-A934-850DB538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6191250"/>
            <a:ext cx="18897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57AA7A-442A-4B8E-AA1D-CCE0BEE0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380" y="6248400"/>
            <a:ext cx="17373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672BBF-35D6-4034-9727-1FE4AED8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40" y="6191250"/>
            <a:ext cx="188976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4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BE8D74-42BB-4EA6-8CFB-86EF6BD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6248400"/>
            <a:ext cx="17373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final report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6DB9B3-C674-48D7-B93E-69755CE5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E788C3-A6B0-499E-9E61-A491EED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5716990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A9374-CA4F-4862-9D64-1D832F2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8798E-F914-4FAA-AB45-83051CF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FD3EE-9CA8-4949-ACCF-00DA5616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27F2-435C-4FC3-80D6-4D142DC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70242-DEC6-42A0-9629-1FE9889F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2B951-4477-4A64-8C08-066F376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FDF88-2333-4B86-AC36-26B78E89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66B23-9BF1-467D-9125-AD7CAE5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CD231-1861-4B7E-84A4-5D20879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5AE7A-DC0E-4210-8AB6-92905C21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5A2B8-502D-47B5-8D41-17D5DAA7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48BF4-E798-4FBD-A005-B0EC0C73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2B0B9-D1FF-410D-882B-492DFC6B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01F16-1A39-4832-801E-5E12C78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08626-146E-4808-BA3F-F2AD1F05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054E7-A6D5-4787-98DF-0FF439D3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E4EAD-4BD6-48EF-A1C1-9EFF805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563F1-850B-4C3E-ABFA-9E71BEA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E4191-46F5-4DA4-8816-1D1F2003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3ADED-A5BD-4F51-A97A-52C1CCC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0CFC9-A22C-4B6E-A5DF-6D40E34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0CAA6-CDB7-4EDE-94FC-17F5C077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2FF7F-5A0B-4832-9062-5B6CBDF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71E6D-3E03-45EC-832F-C7A1A77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72BCD-BFE0-4F6D-81F8-4CA9BCF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7A44B-7F26-42B3-871A-EF31D7F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A2B58-9954-4CCB-B691-B3B9F4C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35FC7-EC16-4E7C-A311-3CC7C0E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65977-C397-42C4-B626-00A5AD8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FEDC-8D84-4A99-9B35-40F7D5F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05067-2DFE-43E0-B3F5-144B650C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7DB3F-1763-4BF9-9C30-288B586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22F3D3-B308-437A-8B93-B66A0E2A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B8B672-8D27-4F60-A96E-09C8668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cc66115ac4027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43E4B4-67A3-47D3-B238-D5575F94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2C415D-C733-4E50-8350-00FA708B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Success Case: CLIP / Visual-Language Transfer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E557BB-C987-431A-B3E6-9546807C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86EB68-4B4E-4A2D-A7D9-84EF7CF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DB0BD-3AAC-4613-B3DE-FFF942D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75A960-78BE-41FA-A52A-2F93AE5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9F2B48-8E25-48B1-887B-C8F7D840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C6A5AF-8D23-407E-A1AC-4689F89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EE4C8E-C628-4D41-99B8-93794DB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ADE893-539B-483D-BB26-07FB89E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E38206-2995-4CAD-9BDD-92E6FCD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A21726-7157-461D-893C-2CD991C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3FF7A9-36A6-421A-8742-B6C4BCF7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75C8B2-765E-4458-90D2-9242EB33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5905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C9E422-5182-4D53-BFDE-528E089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8EF6FA-3D11-46F4-88A3-408FD92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558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Case metadata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730C3E-96CA-45C6-9E33-F8ACBA9B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55816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Case: qq_pdf_ai_clip_transfer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Run: qq_official_20260605_011710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Citation: Learning Transferable Visual Models From Natural Language Supervision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F66CE2-3B8B-4DC3-92AD-73BCDCB9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5429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123E9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7BE8B0-0AD8-4FB0-B02A-616EF6ED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508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6728CB-6B9F-4853-BA43-AC336BF6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Visual models are often trained to predict a fixed set of predetermined object categories.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18AD59-A5A0-4980-98C5-D83CE54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5429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7E1D2A-D178-4610-86FD-515D11E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38600"/>
            <a:ext cx="508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A3BB91-F363-4211-9D1B-28F561F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243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State-of-the-art computer vision systems are trained to predict a fixed set of predetermined object categories.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F61619-D3C5-4926-8E7F-993F490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76750"/>
            <a:ext cx="39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9702D2-6E90-4BD9-A4B7-EF6DDB0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100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6E3B88-7103-4616-BE4B-4C5DF6E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11620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99CF3C-D474-4567-AD9F-23E2A56B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770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Takeaway: the system can pass citation-backed claims when public metadata and available evidence align.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D3D44C-F177-48F8-982E-5D695C6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265C4B-3919-477D-B3C5-9ADA640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6730005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0AA21-2796-4E60-892B-1C216DDB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FB066-EC0D-46BD-9F20-ACD3F7D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3678E-6B5A-423E-A5B7-13F2650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19F67-C7F8-4969-A7A5-1D136E91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A6A76-79EA-4375-8FAE-30726739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40DDF-F651-4655-B846-B895DB96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6D281-11D3-47B0-B44B-FF418100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6257E-2E03-4531-AB8D-EB4A2526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270C8-01DE-46DC-96C6-515998E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E4201-C964-479B-B95B-D7ED11D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BD304-9881-4707-9900-0C321EB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29F45-3C49-4373-8B17-4FFEBB73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39FF8-0028-4B40-B7EE-BA56BAC9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EF5A6-AD5B-4B1E-87DC-D63669A8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38CC8-48EB-4D76-8AF9-C7A20A6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CBDDB-667D-4E3B-9C4C-EF1C9E6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E70B2-9C6A-4C09-8D63-F595256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FA3CB-D168-46F8-A95C-BBED3BB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F4100-2086-4008-A76D-69342A66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DC08B-1A0B-4301-ABA0-C830577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5E85C-C115-4096-86FE-1C49B35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7FDFC-3FB7-4B77-8C31-208FC56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27230-2E08-4F83-8B45-E61D02D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CB36B-3229-49E6-896D-EA70B0F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8E675-0452-4976-83B4-D76173A7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171FD-8185-4A2D-97AB-81E616F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DC427-CFF5-402F-BD3E-6ADBA27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75BB9-07A7-49A6-81A7-48961B87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67EEF-352C-4B99-BB4B-C4070AC8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DF33F-971B-44BF-8D56-2B1EEF3A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EDC936-A5EC-4B44-9BE1-58F23901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426E6-38EA-4D3D-BD88-5A09D7DE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DE883-F988-4124-8015-E7EDF38A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DE8279-908C-44EE-8E21-92789F1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0423b768d4cd6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2B314A-D327-4209-9C92-DD390EF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44EA38-47C0-487C-9B64-214D95D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Boundary Case: GW150914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59D94-0EA2-4EA9-952A-0E1289B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65DF7-3905-4276-85E7-80383520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7E63B9-D119-4EB6-8824-2CF3D80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81C57D-50F1-41E7-8466-40ACD8AA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033175-A847-4E3D-B1A7-4C24E50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EB83F7-09C3-460A-BC9C-1785BB1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7EB83B-4A27-4982-9205-BA22D365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B50F94-9660-45AE-B94C-37BF6259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D62261-C75D-4CCE-87CE-0E7C2B90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13E820-C744-43EA-AB15-AB1C8CBB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06286C-5E5A-4A39-8B0B-B3B8AF60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1276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94DD42-22A9-469E-86AF-F63AE54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5905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0B8EA8-9F39-4C28-AFD4-75A1EF9F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7620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2454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01EBA3-2282-48C7-A72C-7CCCD441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558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Case metadata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CF5001-C795-49AA-8708-E0F38D6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55816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Case: qq_pdf_physics_gravitational_waves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Run: qq_official_20260605_035133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Phenomenon: cited paper exists, but reliability is risky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D12BAA-9ACF-407E-81EF-6EA7726F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3714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99F945-70CC-4036-825E-5BB36B92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0A9ABF-8F62-4B59-ADDF-750C77AB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3390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Red reason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63AFB9-3AEF-4911-8CC5-0D6B6DF7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3390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author metadata mismatch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C00F48-80AB-44B2-8AB9-E4A5B90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EC2DF2-6ACD-47C6-B4D2-1F21B08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B753AF-76A6-43C1-9EEF-F649C869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Why boundary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713A94-6155-444A-A811-1197A30D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3676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supporting sentence is partially related, but metadata/support is not enough for Green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A2C919-83C8-4E4E-A82F-4F5C381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2DD776-92EB-4594-B4BF-E55A0B8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50422D-DABD-4511-A2E7-BC8BD1B0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76700"/>
            <a:ext cx="3105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Audit behavior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2614DE-5FF6-4BE2-B96A-C34F28F5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3105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preserve uncertainty and route to manual review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CD0625-A7AE-4E14-BEF4-B84575C2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11620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8AD227-FAEA-4182-A20F-65AF4D4D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770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Takeaway: a real paper can still fail citation reliability checks when metadata or support is weak.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F3597C-0787-4DEE-A59E-3E5F6EB6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7F1D059-EDB7-4C75-BAA6-97233BF4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7123318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447C8-1158-4808-8C4D-41428764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6F5E5-3A03-4B2F-A715-201E43C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A0181-C507-45B6-B0D9-9ADB99F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93DF3-B646-4B92-9760-DE5C91F8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2AB14-44B2-4327-B299-803B207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51B85-BB6B-47C8-9B95-5DFE1CED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AAC9C-9DDC-4587-9CEA-1FE06207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D4FE6-A30A-4D9A-84E7-A6B073D6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021F8-53AA-4CCA-8384-8FDC5C3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F8CC-BF82-4159-8381-09CABFA8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DD786-73A2-487B-9EA5-9558160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71948-9373-4A0F-93A0-2A21F86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0D3B9-9EDE-4E3C-B1F2-3EB84C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BD95-D7A8-49CA-BC34-A90A9352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00D61-E751-484F-9587-A3989974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783B-72EE-4EBD-A487-1E2295A7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F9C24-E0D9-4954-84FA-6F143480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8A35C-5D5C-497A-BF18-2DE9838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4A37A-3391-4E0E-BAEB-9DA76BC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56993-F835-47B0-85C9-7015F9C0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EBA2D-BA6A-4639-B0EC-9AD6BAA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111B-A287-4828-8097-265FDA1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FC6B9-349E-4457-8B1B-1732C3C9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322A6-3F7B-4AE6-B4E3-439989A4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F8269-DB30-424A-B9E7-F2D76C5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4F712-5183-437A-9112-41B64A40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92B40-8741-4124-86ED-D49C15B4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47D17-803B-469F-9F98-F8539FE6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2B978-3B6C-4049-BA33-CE5555C8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0C9F0-8F64-4FC9-B0AA-033E5BFF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98F46-DC59-4DFA-8F7F-4DA5E2D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2D7004-7C03-4C3B-A5FC-09D8D791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0CD2D2-1155-476B-890D-644DC9A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03E31-679C-44D6-9982-B00CB0D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81c8065a34ffc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C64E39-E942-4A9E-B107-11135CD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069EB7-E2B4-4073-B12D-FA3484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Reproducible Audit Scale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3D8487-D8B5-47FA-9844-F972E9D9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A10013-0062-42DD-A435-ECBAB50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31EBB-14D2-4772-A83B-BA05DEA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8344B6-12B5-4AE1-A94D-F63E4B4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13F155-4024-471C-BB33-804C9BF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CSV 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45A40D-5856-4A18-A46F-720064CF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2C2A19-915F-47C8-9227-09D5E09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124BAA-2CBC-4D00-A746-6A144E83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checked claim rows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607B09-E954-45C6-A101-FC08F2A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71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49FA47-D6D6-4B14-9C41-E57177A0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3073ED-870B-4555-AE78-8414E076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47875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FDF6BC-4C56-4BD6-9448-972E1F7F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04F723-A4C7-43FE-844C-F67958DC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B52CC6-C338-4C09-8104-17646F5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47875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AFA54A-6C07-4F24-8B76-67536A4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71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507DF3-A100-42DC-BC23-C178249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EC2EC1-A087-480D-A9A3-41658187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47875"/>
            <a:ext cx="1657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981785-9F34-4281-84D7-2458FC9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334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6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816052-0762-43D7-AB7C-D9C38550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33813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C307DD-1574-433A-9046-7E1A65A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B67082-B645-45B5-9FBE-508F61B4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29188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DC095C-4D7B-403B-81F5-2B338D8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3C4CD4-6135-45B7-B36C-290DFCC5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86125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54B634-4A22-4311-A161-B0E1C276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0">
            <a:solidFill>
              <a:srgbClr val="D7E0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EB275E-3016-47BE-A717-864A6043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1191AD-40B8-471B-9543-7E6006A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Citation CSV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2B0D79-9490-4087-8225-9D80FDF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525F21-FCE5-406C-9387-6C94AEEC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0F1892-0587-4749-AB0A-3FCB2AD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deepscientist_15x_campaigns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AF6057-49AF-463D-AA5C-D9927E91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8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0EA03B-8A08-4486-AE2E-3574A8F2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43C433-8FD5-463D-908C-CDDC4F33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481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17 Green · 47 Yellow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5DB8F5-1111-419F-BC3C-4C28048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005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deepscientist_20x_campaigns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4AF4E7-1548-4D5E-83C4-712B11F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005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9137E1-B236-4BAE-AE83-48E2258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1E6831-E4ED-4FCF-BED3-D1424AEA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005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34 Green · 50 Yellow · 1 Red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AE55F0-21D9-49F1-B735-DE15E5E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outputs/runs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35B3B5-358C-40EC-94E9-D07BC423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530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DE9E81-F9A4-46A7-8C33-2185FB7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6C4620-EF7B-4079-B544-E107E05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530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6 Green · 22 Yellow · 1 Red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7B59B1-A2AC-4698-B66C-4C193F6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11430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428CEA-6011-4D1E-B804-63839B9A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324600"/>
            <a:ext cx="1108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2C121D-3647-493C-BA44-585276C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610350"/>
            <a:ext cx="1108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7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Yellow dominates by design: the system keeps uncertain support visible rather than converting weak evidence into confident claims.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064365-E103-4493-B0F7-0E89106A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944850-515C-4123-9F5A-FB285FBE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4992818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0F426-F909-4FBA-AD64-B978C01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23243-7B99-42A1-8450-50D2BB54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28558-1B42-4EB7-8D45-68840735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48625"/>
            <a:ext cx="1524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E5C44-FE0D-462F-8FC1-AD4B27DA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0948F-BA48-4BCE-A4C8-7C5F0E83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1EC15-D284-428D-BA4E-1A97CBA4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22899-2BAC-4D23-A152-E908B901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DADA4-B8C8-43B3-8161-8C189AE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7D9E7-E7C2-450D-8153-5343081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7CD54-695F-4555-A0E4-7C072187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92D6C-DBA5-4299-8D84-DF75991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57E06-573C-47F0-AA02-B154AFBA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2E1A9-E066-4365-A9CE-F306AFB9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CA516-633E-4252-9239-1050A7A6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30AE1-BE36-4EA5-89A7-1990B6A5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C96F5-7C30-4D2E-8202-85E647EA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44C74-4E6D-4C8D-994D-B4A68BCF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67251-2434-4A57-9F32-5DEC2D5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F40C1-B601-4295-A0F8-B412AA1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A0C0E-405E-4695-B18F-4EE0D8E8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B2913-A24D-4CE3-BC3C-4A4DF49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497B7-DAA5-4B4F-AA4A-7DBDD73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250"/>
            <a:ext cx="9525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F2688-6EC4-4ECB-A26B-7181FBA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96B89-2EAF-45D1-A637-1DADFB58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62CDC-0BF6-4DC2-819B-F0C19DC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16A1D-93FA-47C5-85FF-B244BC5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CC74E-71EC-4AB2-8B66-39D1E58A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F6D63-7C76-4C2E-A889-BB4F48D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153A1-6717-4C5D-AA49-C4DBCCF2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934762-FE45-4204-9300-4AFB51EB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B5454-3CD5-43E7-A90F-A412C97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927B19-9A2A-4BA7-9779-B7FBA2B8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02FBB-1E73-4E33-9B35-99C2720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524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0">
            <a:solidFill>
              <a:srgbClr val="F1F5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7A269-DDA7-46A8-8835-12A8E9D6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670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d60c344ab4a88"/>
          <a:stretch xmlns:a="http://schemas.openxmlformats.org/drawingml/2006/main"/>
        </p:blipFill>
        <p:spPr>
          <a:xfrm xmlns:a="http://schemas.openxmlformats.org/drawingml/2006/main">
            <a:off x="326506" y="228600"/>
            <a:ext cx="1880637" cy="5143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01F21-1AAA-4CEE-B385-C710C25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LLM Course Project A · DeepScientist Citation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B348B0-05DF-4E4A-A048-A57F57D2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Takeaway: Evidence-Control Layer for DeepScientist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8E813F-C216-44F2-8588-1D212A4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0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BA116D-8DF3-4A14-B4DD-5408B00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2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11E358-AAD0-478B-8225-8F09849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561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BDBBB8-83AF-4A97-9A63-894FE5BD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9C"/>
          </a:solidFill>
          <a:ln xmlns:a="http://schemas.openxmlformats.org/drawingml/2006/main" w="0">
            <a:solidFill>
              <a:srgbClr val="123E9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D16E32-1FC8-4E30-BDA4-0B30188F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00200"/>
            <a:ext cx="529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E9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E9C"/>
                </a:solidFill>
                <a:latin typeface="Aptos"/>
                <a:ea typeface="Aptos"/>
                <a:cs typeface="Aptos"/>
              </a:rPr>
              <a:t>Base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D246B1-01DD-442A-98B8-2B41098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5295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official DeepScientist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6D13E2-4F8A-4006-98B3-AA07CF6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561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7B83AC-AA80-4F5A-AC5C-EE77933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025FF6-8D0B-4681-B28B-80900B3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529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Core extension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E6368-2DA5-4E5C-8163-799B0F9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5295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citation evidence-chain audit module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99C874-C553-4570-B0AD-107DF9A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561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81C18F-60FB-4BFA-AB83-87B6680E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9AF596-9995-4A52-9FDB-089AF820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529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Judgment basis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05A6EE-8B5E-4ECE-AF87-35F8F503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05175"/>
            <a:ext cx="5295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public scholarly APIs + deterministic rules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0D59D2-EB74-4AD7-AD82-B8E1D2C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561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E762FA-B98F-4BFA-8C07-DE4B950D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35D983-B3D8-4D0D-AF6F-3B3E18E7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81325"/>
            <a:ext cx="529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Reproducible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6CBC4C-AA18-42D3-875F-F4E13580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5295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tool logs · evidence IDs · CSV · final report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D91D28-36CF-47A5-ACEE-AFAFC30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2192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9BA930-33E6-491A-B7FC-7174905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A0DD93-2833-4491-9304-FD9B614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1868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Demo material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F5AEE9-A254-4186-9B9B-E920612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11868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QQ interaction · success case · boundary case · scale report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417799-B5D4-4D42-9BE5-4BA9A20C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0"/>
            <a:ext cx="12001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071B52"/>
          </a:solidFill>
          <a:ln xmlns:a="http://schemas.openxmlformats.org/drawingml/2006/main" w="0">
            <a:solidFill>
              <a:srgbClr val="071B5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7D1FB0-8AB6-4DB1-B077-11A405B2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1032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Citation-backed scientific ideas become visible, checkable, and reproducible.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7C0C57-83C3-451F-BBD3-9D9FE83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39125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F436A5-DB95-47DC-9C48-520F3FC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239125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Artifacts: tool_calls.jsonl · citation_verification.csv · evidence_chain.csv · final_report.md</a:t>
            </a:r>
          </a:p>
        </p:txBody>
      </p:sp>
    </p:spTree>
    <p:extLst>
      <p:ext uri="{BB962C8B-B14F-4D97-AF65-F5344CB8AC3E}">
        <p14:creationId xmlns:p14="http://schemas.microsoft.com/office/powerpoint/2010/main" val="1115880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2026-06-05T04:47:10.8640000Z</dcterms:created>
  <dcterms:modified xsi:type="dcterms:W3CDTF">2026-06-05T04:47:10.8640000Z</dcterms:modified>
</coreProperties>
</file>