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130784" cy="187269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poster_latest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130784" cy="18726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